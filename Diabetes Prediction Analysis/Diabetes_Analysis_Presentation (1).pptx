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Analyzing Diabetes Prediction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Analysis &amp;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health data</a:t>
            </a:r>
          </a:p>
          <a:p>
            <a:r>
              <a:t>Identify diabetes indicators</a:t>
            </a:r>
          </a:p>
          <a:p>
            <a:r>
              <a:t>Apply statistics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Kaggle</a:t>
            </a:r>
          </a:p>
          <a:p>
            <a:r>
              <a:t>100k+ records</a:t>
            </a:r>
          </a:p>
          <a:p>
            <a:r>
              <a:t>Health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Checked missing values</a:t>
            </a:r>
          </a:p>
          <a:p>
            <a:r>
              <a:t>No major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Age, BMI, Glucose</a:t>
            </a:r>
          </a:p>
          <a:p>
            <a:r>
              <a:t>HbA1c, Smoking</a:t>
            </a:r>
          </a:p>
          <a:p>
            <a:r>
              <a:t>Diabetes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BMI in diabetics</a:t>
            </a:r>
          </a:p>
          <a:p>
            <a:r>
              <a:t>High glucose &amp; HbA1c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Z-Test: BMI</a:t>
            </a:r>
          </a:p>
          <a:p>
            <a:r>
              <a:t>T-Test: Age</a:t>
            </a:r>
          </a:p>
          <a:p>
            <a:r>
              <a:t>Chi-Square: Smoking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Lifestyle matters</a:t>
            </a:r>
          </a:p>
          <a:p>
            <a:r>
              <a:t>Early screening important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healthcare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